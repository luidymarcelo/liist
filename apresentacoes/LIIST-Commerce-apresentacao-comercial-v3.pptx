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1583f1af84ebb" /><Relationship Type="http://schemas.openxmlformats.org/officeDocument/2006/relationships/extended-properties" Target="/docProps/app.xml" Id="Rea9552941bfb4949" /><Relationship Type="http://schemas.openxmlformats.org/officeDocument/2006/relationships/officeDocument" Target="/ppt/presentation.xml" Id="R31237baf0fe0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212fa216874ff8"/>
  </p:sldMasterIdLst>
  <p:notesMasterIdLst>
    <p:notesMasterId xmlns:r="http://schemas.openxmlformats.org/officeDocument/2006/relationships" r:id="Rab2327b852ab4134"/>
  </p:notesMasterIdLst>
  <p:sldIdLst>
    <p:sldId xmlns:r="http://schemas.openxmlformats.org/officeDocument/2006/relationships" id="256" r:id="Raaaef40439584753"/>
    <p:sldId xmlns:r="http://schemas.openxmlformats.org/officeDocument/2006/relationships" id="257" r:id="R07e154f63f9f4fd2"/>
    <p:sldId xmlns:r="http://schemas.openxmlformats.org/officeDocument/2006/relationships" id="258" r:id="R5e35ca8d81f5439a"/>
    <p:sldId xmlns:r="http://schemas.openxmlformats.org/officeDocument/2006/relationships" id="259" r:id="R5ae59bebd4574a81"/>
    <p:sldId xmlns:r="http://schemas.openxmlformats.org/officeDocument/2006/relationships" id="260" r:id="R4123039e477548f9"/>
    <p:sldId xmlns:r="http://schemas.openxmlformats.org/officeDocument/2006/relationships" id="261" r:id="R8b3edfcd8131459b"/>
    <p:sldId xmlns:r="http://schemas.openxmlformats.org/officeDocument/2006/relationships" id="262" r:id="R36c15ed57c024643"/>
    <p:sldId xmlns:r="http://schemas.openxmlformats.org/officeDocument/2006/relationships" id="263" r:id="R1c459efa81f94b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a69db1b9db45f5" /><Relationship Type="http://schemas.openxmlformats.org/officeDocument/2006/relationships/slideMaster" Target="/ppt/slideMasters/slideMaster1.xml" Id="R6d212fa216874ff8" /><Relationship Type="http://schemas.openxmlformats.org/officeDocument/2006/relationships/notesMaster" Target="/ppt/notesMasters/notesMaster1.xml" Id="Rab2327b852ab4134" /><Relationship Type="http://schemas.openxmlformats.org/officeDocument/2006/relationships/presProps" Target="/ppt/presProps.xml" Id="Re12f2a90b17d408c" /><Relationship Type="http://schemas.openxmlformats.org/officeDocument/2006/relationships/tableStyles" Target="/ppt/tableStyles.xml" Id="R14840d6e6f11431e" /><Relationship Type="http://schemas.openxmlformats.org/officeDocument/2006/relationships/slide" Target="/ppt/slides/slide1.xml" Id="Raaaef40439584753" /><Relationship Type="http://schemas.openxmlformats.org/officeDocument/2006/relationships/slide" Target="/ppt/slides/slide2.xml" Id="R07e154f63f9f4fd2" /><Relationship Type="http://schemas.openxmlformats.org/officeDocument/2006/relationships/slide" Target="/ppt/slides/slide3.xml" Id="R5e35ca8d81f5439a" /><Relationship Type="http://schemas.openxmlformats.org/officeDocument/2006/relationships/slide" Target="/ppt/slides/slide4.xml" Id="R5ae59bebd4574a81" /><Relationship Type="http://schemas.openxmlformats.org/officeDocument/2006/relationships/slide" Target="/ppt/slides/slide5.xml" Id="R4123039e477548f9" /><Relationship Type="http://schemas.openxmlformats.org/officeDocument/2006/relationships/slide" Target="/ppt/slides/slide6.xml" Id="R8b3edfcd8131459b" /><Relationship Type="http://schemas.openxmlformats.org/officeDocument/2006/relationships/slide" Target="/ppt/slides/slide7.xml" Id="R36c15ed57c024643" /><Relationship Type="http://schemas.openxmlformats.org/officeDocument/2006/relationships/slide" Target="/ppt/slides/slide8.xml" Id="R1c459efa81f94b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45b497c44f45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9c4eb8ad44814" /><Relationship Type="http://schemas.openxmlformats.org/officeDocument/2006/relationships/notesMaster" Target="/ppt/notesMasters/notesMaster1.xml" Id="R4e604a8ad420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f2023e3ebc416d" /><Relationship Type="http://schemas.openxmlformats.org/officeDocument/2006/relationships/notesMaster" Target="/ppt/notesMasters/notesMaster1.xml" Id="Reb67ceb6583d48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1c9cd6902546db" /><Relationship Type="http://schemas.openxmlformats.org/officeDocument/2006/relationships/notesMaster" Target="/ppt/notesMasters/notesMaster1.xml" Id="Rc5b0aaa567934f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c6eaf7eeca4da0" /><Relationship Type="http://schemas.openxmlformats.org/officeDocument/2006/relationships/notesMaster" Target="/ppt/notesMasters/notesMaster1.xml" Id="Rcc98b76a1b9d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fdbc414e0499b" /><Relationship Type="http://schemas.openxmlformats.org/officeDocument/2006/relationships/notesMaster" Target="/ppt/notesMasters/notesMaster1.xml" Id="R9f6ac2f3696f49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bdad5f8fcf4bba" /><Relationship Type="http://schemas.openxmlformats.org/officeDocument/2006/relationships/notesMaster" Target="/ppt/notesMasters/notesMaster1.xml" Id="Readc0bdb4ef64a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2290b13274451b" /><Relationship Type="http://schemas.openxmlformats.org/officeDocument/2006/relationships/notesMaster" Target="/ppt/notesMasters/notesMaster1.xml" Id="R5fb56736069045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f7be147c7c43e4" /><Relationship Type="http://schemas.openxmlformats.org/officeDocument/2006/relationships/notesMaster" Target="/ppt/notesMasters/notesMaster1.xml" Id="R7a63d205350b40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63aba6f7b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b1da04bbe4021" /><Relationship Type="http://schemas.openxmlformats.org/officeDocument/2006/relationships/slideLayout" Target="/ppt/slideLayouts/slideLayout1.xml" Id="Rbfb68c4d01c243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b68c4d01c243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f8200ebe04e58" /><Relationship Type="http://schemas.openxmlformats.org/officeDocument/2006/relationships/image" Target="/ppt/media/image.png" Id="R3eb1f00152494c06" /><Relationship Type="http://schemas.openxmlformats.org/officeDocument/2006/relationships/image" Target="/ppt/media/image2.png" Id="R38d0c8bb4cb84318" /><Relationship Type="http://schemas.openxmlformats.org/officeDocument/2006/relationships/notesSlide" Target="/ppt/notesSlides/notesSlide1.xml" Id="R31ff725f0ca747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42258b3b241d1" /><Relationship Type="http://schemas.openxmlformats.org/officeDocument/2006/relationships/notesSlide" Target="/ppt/notesSlides/notesSlide2.xml" Id="Rfbc1e636c86246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61f0aaa054b0a" /><Relationship Type="http://schemas.openxmlformats.org/officeDocument/2006/relationships/image" Target="/ppt/media/image3.png" Id="Ra75dd781d90341cf" /><Relationship Type="http://schemas.openxmlformats.org/officeDocument/2006/relationships/image" Target="/ppt/media/image4.png" Id="R486337522e494f14" /><Relationship Type="http://schemas.openxmlformats.org/officeDocument/2006/relationships/notesSlide" Target="/ppt/notesSlides/notesSlide3.xml" Id="R2f21f7def0fb4f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edf4abfdb457d" /><Relationship Type="http://schemas.openxmlformats.org/officeDocument/2006/relationships/image" Target="/ppt/media/image5.png" Id="Rd6ab86f7647742e1" /><Relationship Type="http://schemas.openxmlformats.org/officeDocument/2006/relationships/image" Target="/ppt/media/image6.png" Id="R53ec2ca4658c4dc2" /><Relationship Type="http://schemas.openxmlformats.org/officeDocument/2006/relationships/notesSlide" Target="/ppt/notesSlides/notesSlide4.xml" Id="R39ef9ac1b15045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1d7a0225c4d63" /><Relationship Type="http://schemas.openxmlformats.org/officeDocument/2006/relationships/image" Target="/ppt/media/image7.png" Id="R76da4cc12cea40e0" /><Relationship Type="http://schemas.openxmlformats.org/officeDocument/2006/relationships/notesSlide" Target="/ppt/notesSlides/notesSlide5.xml" Id="R2d39088b3682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fd8c6ef484246" /><Relationship Type="http://schemas.openxmlformats.org/officeDocument/2006/relationships/notesSlide" Target="/ppt/notesSlides/notesSlide6.xml" Id="R66bb2b6288254a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3414f37a64b94" /><Relationship Type="http://schemas.openxmlformats.org/officeDocument/2006/relationships/notesSlide" Target="/ppt/notesSlides/notesSlide7.xml" Id="R32befaaa7fe146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e582603ab4cde" /><Relationship Type="http://schemas.openxmlformats.org/officeDocument/2006/relationships/image" Target="/ppt/media/image8.png" Id="Rc5dd168045d54995" /><Relationship Type="http://schemas.openxmlformats.org/officeDocument/2006/relationships/notesSlide" Target="/ppt/notesSlides/notesSlide8.xml" Id="Ra8c0766c570747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1f00152494c06"/>
          <a:stretch xmlns:a="http://schemas.openxmlformats.org/drawingml/2006/main"/>
        </p:blipFill>
        <p:spPr>
          <a:xfrm xmlns:a="http://schemas.openxmlformats.org/drawingml/2006/main">
            <a:off x="685800" y="514350"/>
            <a:ext cx="493776" cy="49377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43DD8-9566-492E-AFDC-F49BD56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545211"/>
            <a:ext cx="185166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239"/>
          </a:bodyPr>
          <a:lstStyle xmlns:a="http://schemas.openxmlformats.org/drawingml/2006/main"/>
          <a:p xmlns:a="http://schemas.openxmlformats.org/drawingml/2006/main">
            <a:pPr>
              <a:defRPr sz="1782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82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D05EB-48F7-49E3-9B38-00A5DFEF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802386"/>
            <a:ext cx="18516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25"/>
          </a:bodyPr>
          <a:lstStyle xmlns:a="http://schemas.openxmlformats.org/drawingml/2006/main"/>
          <a:p xmlns:a="http://schemas.openxmlformats.org/drawingml/2006/main">
            <a:pPr>
              <a:defRPr sz="1053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1053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D969B-BBFD-4F09-BD2D-AC4230D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1008126"/>
            <a:ext cx="267462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75"/>
          </a:bodyPr>
          <a:lstStyle xmlns:a="http://schemas.openxmlformats.org/drawingml/2006/main"/>
          <a:p xmlns:a="http://schemas.openxmlformats.org/drawingml/2006/main">
            <a:pPr>
              <a:defRPr sz="891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91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Catálogo e pedidos para comércio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AC8B6-18DE-45AC-8E44-2A89457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Catálogo que vira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34D41-A0D9-4F31-93F0-FEA440D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O cliente escolhe no link da loja. A empresa recebe pelo WhatsApp ou controla tudo em comanda interna.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7A314-A23B-4F3A-B922-C4E44AC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967DA-ED51-41BA-806D-D6F4761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Pronto para restaurantes, farmácias, materiais de construção e lojas.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0c8bb4cb84318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762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D2F2F-B1B7-43C0-86FA-B5BEA9C0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"/>
            <a:ext cx="2914650" cy="5867400"/>
          </a:xfrm>
          <a:prstGeom xmlns:a="http://schemas.openxmlformats.org/drawingml/2006/main" prst="roundRect">
            <a:avLst>
              <a:gd name="adj" fmla="val 261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087234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806EB-8DC2-4E41-B101-225ADD0A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6D7C8-B026-4B44-977E-2CF8FB97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Venda começa no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AD919-CF75-4908-83A2-7D0D6773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LIIST Commerce organiza o passo seguinte: catálogo, carrinho, adicionais e comanda pronta.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B842D-105A-4957-A089-96B76A27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7A8E7-CFA0-4DD0-9D7F-CB473E15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Link da loja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4ACCE-6AE2-44AE-B73C-0B648EA1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empresa envia um link direto para o cliente escolher os produtos sem conversa picada.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74643-654A-4DEC-8032-884465C8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98672-B37F-43C6-A3C6-880BFC44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Carrinho claro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CE9DB-4E1F-4FC2-BF71-EEEF7BB2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pedido reúne itens, quantidades, adicionais, entrega e observações antes do envio.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35241-C4C5-47E9-A7CD-C72A8B01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0F556-DD6D-46DA-9F7B-F0799C1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interna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F698E-CA0C-402B-B40B-6826C17F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mesma estrutura atende mesa, cozinha, caixa e impressão quando a filial precisa controlar comandas.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0C0B5-B653-4229-890E-5D2F990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AA111-562A-4A6B-975C-94B38BC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07A39-384D-49A3-A389-2E586914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8523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CAA89-4FCD-42B3-861D-237E65DA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Vitrine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2F859-F48F-4D58-A632-B9B3E1A5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Lojas disponíveis em uma página única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9F95B-57B9-46ED-8CAF-1E607651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página inicial ajuda clientes a encontrar comércios próximos e abrir o catálogo da filial correta.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dd781d90341cf"/>
          <a:srcRect xmlns:a="http://schemas.openxmlformats.org/drawingml/2006/main" l="0" t="17367" r="0" b="17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16DF-0ADB-44A8-88DD-3925C0D3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337522e494f14"/>
          <a:stretch xmlns:a="http://schemas.openxmlformats.org/drawingml/2006/main"/>
        </p:blipFill>
        <p:spPr>
          <a:xfrm xmlns:a="http://schemas.openxmlformats.org/drawingml/2006/main">
            <a:off x="8877300" y="2571750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542B4-7D40-48A6-821E-983D7B09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595182"/>
            <a:ext cx="140589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563"/>
          </a:bodyPr>
          <a:lstStyle xmlns:a="http://schemas.openxmlformats.org/drawingml/2006/main"/>
          <a:p xmlns:a="http://schemas.openxmlformats.org/drawingml/2006/main">
            <a:pPr>
              <a:defRPr sz="1353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353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3977B-5721-4936-B036-47556A23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790444"/>
            <a:ext cx="140589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25"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176B52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F5706-5E2F-4999-AA6B-9AC726B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marca LIIST aparece como plataforma. Cada loja continua com nome, foto, capa e cor tema próprios.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7FFEB-9BA5-49E8-B7EC-2BE473D8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815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link direto da loja abre somente o catálogo daquele comércio.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45CE4-1DE1-4149-BFDD-0D40FFEE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B5354-72B6-453F-AF81-F251B9AB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1BEE3-F4AB-457E-9442-E9E5C1F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7588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5819F-3974-4A99-8C1C-DAE4D5D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Página da loja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C3D03-3FA7-4FFA-82C9-7148A34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Identidade própria para cada comércio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30BC0-3487-48A8-B00B-DC4CA26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define capa, foto de perfil, cor tema, layout de produto e link de localização.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b86f7647742e1"/>
          <a:srcRect xmlns:a="http://schemas.openxmlformats.org/drawingml/2006/main" l="0" t="11837" r="0" b="11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21AD5-87CB-4B95-9929-6941A6D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c2ca4658c4dc2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B726B-ACC4-4E9F-8E5C-25A9ED4E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8C8D4-8BB0-4922-A978-30F352F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carrinho fica familiar para quem já compra por delivery, mas a loja não perde a própria marca.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C0B29-097E-4329-8BA7-B2DA5EB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492B8-D1D6-4F77-A22A-5B455B0A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20637-DDC5-4778-98C4-A9A0915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9571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45744-25D4-4D97-8886-21EAC8F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Acessos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252C9-B3A4-4B1F-8CCF-C9D32FD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Cada perfil entra pelo lugar certo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EB0A-677E-4697-AFA3-5908646E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Administrador, proprietário, gerente de filial e operação não dividem a mesma tela de trabalho.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a4cc12cea40e0"/>
          <a:srcRect xmlns:a="http://schemas.openxmlformats.org/drawingml/2006/main" l="0" t="10440" r="0" b="10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18494-66C1-49B5-ABAD-EF2ABFA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C6834-2295-42BF-8A8E-D9121D84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5BF55-B06D-4B71-838E-191CBFD4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Permissões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C1975-704C-4F28-B351-22F5C1BD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B4C2C-546E-4B4A-AF43-673E235C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Admin cria empresas e acessos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729E5-B566-43E5-8428-1B880D43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8360D-CF35-4C36-94AD-F5A3838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Proprietário gerencia a empresa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55F62-9CE2-4698-AB85-EA21E44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456E4-1979-4CE9-9581-2FFDF9DB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Gerente cuida da filial permitida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89120-05BF-44F6-9DAC-4ACA6691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A7DDC-8D0F-43DA-807A-3C2773BF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atende, cozinha e caixa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AD669-6C41-44D4-815F-0F469EE9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CBAB8-EC97-4947-AC73-49F70DF0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382FF-5CEA-444A-866C-6FF32EC6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7056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8DFE6-06F6-4229-BE7E-9F96C5BB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Comanda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A0607-B19D-43FB-8D60-641A809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1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na mesa sem depender do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66BAC-02F1-40B9-8D33-2E7AC6CF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escolhe o modo de operação por parâmetro e usa links próprios para mesa ou equipe.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21C50-03D3-4D66-8CBA-8050AB0D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3915D-24A9-4677-8BC6-20DFE4A7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Atendimento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309AF-ACB6-4E43-B1F8-BBB257BB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F1123-E3D6-4AD7-9D77-B4A861C1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Mesa aberta ou link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8BC05-67C5-465F-A9BA-A714E5FD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2BDC2-8383-42F1-87A6-B83DE709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Adicionar itens à comanda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49F96-083B-4C9A-9191-D21A748A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7DE3C-5250-4C56-B3A9-39B086A3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Solicitar fechamento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07BCF-5B4B-4F31-9852-481D2A6D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7CB46-3DA8-4082-841A-B84B660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A61BB-4FC4-497A-A15A-6B66EA93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A17D4-2F4D-4BEC-A04E-1A4CA40F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entra na fila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E1279-F9DA-43B4-829D-F6BF9BEF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ACE80-3B29-4B51-A112-F3EBDF2C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Marcar pedido pronto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E9186-25EC-4ECA-BF45-FDE3AEB1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379E3-F408-4F20-9CC7-48FE071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Aviso para o atendimento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CCA8C-475D-4833-BCC4-1F413822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66883-A7A0-4667-A85E-3EEB88BC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Caixa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18642-BDCA-4359-B0D8-C9546E86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A4AFE-F1B1-407B-BD7E-4F87455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Conferir consumo da mesa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A700E-B8C4-4064-A811-816B7F1B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E0737-42B2-4B07-863A-C2665836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Confirmar pagamento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8CD0B-9532-42F9-84E1-A7DAF962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6A10A-F51F-4ED0-AF69-6867A793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Liberar mesa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019AB-5F52-42DF-AAD4-C9CB7F51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5A834-7E42-4D48-98CB-5C4FD2E1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4616A-44B5-4C5E-AAFE-D3FA512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7595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781F2-5238-4E3C-9D4E-C9993135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Impressão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2A15F-5F98-477B-88F0-6BF2F3D2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Agente instalado por filial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B8E64-2B27-4430-8DA5-2821E005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instalador configura a impressora no computador da loja e mantém o agente iniciando com o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822AC-B70A-46BA-A030-8AA726D3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9516E-32C7-4727-B812-08246351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painel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C67EE-E548-410F-B9A7-4C8A27FB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A67BC-8945-4F25-BD50-A64138CD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Parâmetro por filial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234A1-3CB1-4319-81C1-282C8A69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63435-E8AB-4DC2-8566-3CB83C5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Manual, automática ou ambas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96C87-A778-498A-A3EF-A8198B26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6D7EF-3700-4AA4-A776-2E8F339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Download do instalador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723D1-708C-457B-A73C-A057E24E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78E86-6DD3-46C7-ABEF-A0E8727E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computador da loja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DE21A-B543-4388-96E7-F766AB2D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AFBDA-4306-4F18-AE05-CB331D7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Selecionar impressora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26A2C-AA5E-490A-BC46-DEC535A5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D702D-AB3D-4F7C-97C7-B7A5E70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Salvar configuração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303F4-C03B-448F-9394-5D0D5D8D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C1D38-1013-4335-9441-09EFF9E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Rodar no login do Windows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9AC9F-5E99-4F48-AEDB-518F795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19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loja pode imprimir uma comanda automaticamente e reimprimir pelo painel quando precisar.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3B158-741B-4335-B1E5-EF0A507B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8418C-9D38-46B8-B717-83949AE4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AF768-C98A-441A-942D-792A9F03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9304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d168045d54995"/>
          <a:stretch xmlns:a="http://schemas.openxmlformats.org/drawingml/2006/main"/>
        </p:blipFill>
        <p:spPr>
          <a:xfrm xmlns:a="http://schemas.openxmlformats.org/drawingml/2006/main">
            <a:off x="704850" y="628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690A5-5C4E-467F-BE9D-DBA33A21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7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54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68135-AB97-4305-B01F-840E97A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89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78FBC-CA66-4F54-8CD4-1ECA3583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85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Piloto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91F71-B82E-4006-8892-E2348183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Começar com uma filial piloto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CF3EC-8B27-4284-AA15-3D567EAB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Cadastro da empresa, catálogo inicial, link de venda e teste de comanda interna em ambiente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B8EF3-E99E-42C1-AF2C-A2452A4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51A43-CB87-40C3-9BCB-A6EE481F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Catálogo, carrinho e comanda para comércio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3BAC2-6FDB-42A2-8480-E2D78ECC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52550"/>
            <a:ext cx="3143250" cy="3333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12946-86F6-40C8-A577-35A53449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Piloto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60306-C7D5-45CB-8757-5AA8CAC1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F7410-8752-4997-BC15-E3B0FC67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1 filial configurada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E521A-8FFE-4C31-A8BB-F57EC62A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B7B35-C71A-4D93-84D8-CC0C4FCF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Produtos importados por planilha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DED20-590A-4B69-B62C-AEC21B76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B8AD8-4242-4B84-81C3-EFC92925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pelo WhatsApp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8E22C-D0A6-466D-AC36-0717D2BD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35E76-6B3E-4AF5-8041-CE1D7E90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interna e impressão</a:t>
            </a:r>
          </a:p>
        </p:txBody>
      </p:sp>
    </p:spTree>
    <p:extLst>
      <p:ext uri="{BB962C8B-B14F-4D97-AF65-F5344CB8AC3E}">
        <p14:creationId xmlns:p14="http://schemas.microsoft.com/office/powerpoint/2010/main" val="1604225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2026-09-09T23:59:59.5520000Z</dcterms:created>
  <dcterms:modified xsi:type="dcterms:W3CDTF">2026-09-09T23:59:59.5520000Z</dcterms:modified>
</coreProperties>
</file>