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245486b5a45a0" /><Relationship Type="http://schemas.openxmlformats.org/officeDocument/2006/relationships/extended-properties" Target="/docProps/app.xml" Id="R07231ca2a4fb4819" /><Relationship Type="http://schemas.openxmlformats.org/officeDocument/2006/relationships/officeDocument" Target="/ppt/presentation.xml" Id="Ra9d20212eaaf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2cd9a9e2b4313"/>
  </p:sldMasterIdLst>
  <p:notesMasterIdLst>
    <p:notesMasterId xmlns:r="http://schemas.openxmlformats.org/officeDocument/2006/relationships" r:id="Rdf122b9d67e84c7e"/>
  </p:notesMasterIdLst>
  <p:sldIdLst>
    <p:sldId xmlns:r="http://schemas.openxmlformats.org/officeDocument/2006/relationships" id="256" r:id="Rb69bf236b1d34416"/>
    <p:sldId xmlns:r="http://schemas.openxmlformats.org/officeDocument/2006/relationships" id="257" r:id="R1b0b2d3b585e4bc7"/>
    <p:sldId xmlns:r="http://schemas.openxmlformats.org/officeDocument/2006/relationships" id="258" r:id="R3b33b49366c34171"/>
    <p:sldId xmlns:r="http://schemas.openxmlformats.org/officeDocument/2006/relationships" id="259" r:id="Rf22c6292899a4770"/>
    <p:sldId xmlns:r="http://schemas.openxmlformats.org/officeDocument/2006/relationships" id="260" r:id="R0231e6f39cb04560"/>
    <p:sldId xmlns:r="http://schemas.openxmlformats.org/officeDocument/2006/relationships" id="261" r:id="R1702eceeb6214f81"/>
    <p:sldId xmlns:r="http://schemas.openxmlformats.org/officeDocument/2006/relationships" id="262" r:id="R40d9fb1bd9c94bcb"/>
    <p:sldId xmlns:r="http://schemas.openxmlformats.org/officeDocument/2006/relationships" id="263" r:id="R56c9d96dabc447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04e3ffc7df418c" /><Relationship Type="http://schemas.openxmlformats.org/officeDocument/2006/relationships/slideMaster" Target="/ppt/slideMasters/slideMaster1.xml" Id="Rf992cd9a9e2b4313" /><Relationship Type="http://schemas.openxmlformats.org/officeDocument/2006/relationships/notesMaster" Target="/ppt/notesMasters/notesMaster1.xml" Id="Rdf122b9d67e84c7e" /><Relationship Type="http://schemas.openxmlformats.org/officeDocument/2006/relationships/presProps" Target="/ppt/presProps.xml" Id="R2e1c0683d3e8475b" /><Relationship Type="http://schemas.openxmlformats.org/officeDocument/2006/relationships/tableStyles" Target="/ppt/tableStyles.xml" Id="R0361f1b9263d4d77" /><Relationship Type="http://schemas.openxmlformats.org/officeDocument/2006/relationships/slide" Target="/ppt/slides/slide1.xml" Id="Rb69bf236b1d34416" /><Relationship Type="http://schemas.openxmlformats.org/officeDocument/2006/relationships/slide" Target="/ppt/slides/slide2.xml" Id="R1b0b2d3b585e4bc7" /><Relationship Type="http://schemas.openxmlformats.org/officeDocument/2006/relationships/slide" Target="/ppt/slides/slide3.xml" Id="R3b33b49366c34171" /><Relationship Type="http://schemas.openxmlformats.org/officeDocument/2006/relationships/slide" Target="/ppt/slides/slide4.xml" Id="Rf22c6292899a4770" /><Relationship Type="http://schemas.openxmlformats.org/officeDocument/2006/relationships/slide" Target="/ppt/slides/slide5.xml" Id="R0231e6f39cb04560" /><Relationship Type="http://schemas.openxmlformats.org/officeDocument/2006/relationships/slide" Target="/ppt/slides/slide6.xml" Id="R1702eceeb6214f81" /><Relationship Type="http://schemas.openxmlformats.org/officeDocument/2006/relationships/slide" Target="/ppt/slides/slide7.xml" Id="R40d9fb1bd9c94bcb" /><Relationship Type="http://schemas.openxmlformats.org/officeDocument/2006/relationships/slide" Target="/ppt/slides/slide8.xml" Id="R56c9d96dabc447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0094c41aa24d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85ece82ed84b78" /><Relationship Type="http://schemas.openxmlformats.org/officeDocument/2006/relationships/notesMaster" Target="/ppt/notesMasters/notesMaster1.xml" Id="R218c393610d040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e518002d214683" /><Relationship Type="http://schemas.openxmlformats.org/officeDocument/2006/relationships/notesMaster" Target="/ppt/notesMasters/notesMaster1.xml" Id="R5b392045083447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700c268a764da7" /><Relationship Type="http://schemas.openxmlformats.org/officeDocument/2006/relationships/notesMaster" Target="/ppt/notesMasters/notesMaster1.xml" Id="R09e7138ba72946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62da6948db4165" /><Relationship Type="http://schemas.openxmlformats.org/officeDocument/2006/relationships/notesMaster" Target="/ppt/notesMasters/notesMaster1.xml" Id="R9928094a958e48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1ef9982ac440d3" /><Relationship Type="http://schemas.openxmlformats.org/officeDocument/2006/relationships/notesMaster" Target="/ppt/notesMasters/notesMaster1.xml" Id="R31911460c7c248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43237bc47543c7" /><Relationship Type="http://schemas.openxmlformats.org/officeDocument/2006/relationships/notesMaster" Target="/ppt/notesMasters/notesMaster1.xml" Id="R768c63db7dcc4b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045298e539438a" /><Relationship Type="http://schemas.openxmlformats.org/officeDocument/2006/relationships/notesMaster" Target="/ppt/notesMasters/notesMaster1.xml" Id="Rb53aa2e7eb2e49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4c267ba2614cc1" /><Relationship Type="http://schemas.openxmlformats.org/officeDocument/2006/relationships/notesMaster" Target="/ppt/notesMasters/notesMaster1.xml" Id="R7dd55104ebaf45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Print capturado do ambiente local do LIIST Commerce.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bfae6886548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6285f8d0ce4df9" /><Relationship Type="http://schemas.openxmlformats.org/officeDocument/2006/relationships/slideLayout" Target="/ppt/slideLayouts/slideLayout1.xml" Id="R7e9184c3749d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9184c3749d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8b804ab944ab1" /><Relationship Type="http://schemas.openxmlformats.org/officeDocument/2006/relationships/image" Target="/ppt/media/image.png" Id="R310495c78b0349cd" /><Relationship Type="http://schemas.openxmlformats.org/officeDocument/2006/relationships/image" Target="/ppt/media/image2.png" Id="R0fd1c4027a33474f" /><Relationship Type="http://schemas.openxmlformats.org/officeDocument/2006/relationships/notesSlide" Target="/ppt/notesSlides/notesSlide1.xml" Id="R386921e8d59c4d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6ac902f504a3b" /><Relationship Type="http://schemas.openxmlformats.org/officeDocument/2006/relationships/notesSlide" Target="/ppt/notesSlides/notesSlide2.xml" Id="Re436e0d3a2b748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aed671b1a46da" /><Relationship Type="http://schemas.openxmlformats.org/officeDocument/2006/relationships/image" Target="/ppt/media/image3.png" Id="R27fe0b75784e42d8" /><Relationship Type="http://schemas.openxmlformats.org/officeDocument/2006/relationships/image" Target="/ppt/media/image4.png" Id="R33a381f876704c99" /><Relationship Type="http://schemas.openxmlformats.org/officeDocument/2006/relationships/notesSlide" Target="/ppt/notesSlides/notesSlide3.xml" Id="R8096a667dd7344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818675419467e" /><Relationship Type="http://schemas.openxmlformats.org/officeDocument/2006/relationships/image" Target="/ppt/media/image5.png" Id="Rd7527a7629074412" /><Relationship Type="http://schemas.openxmlformats.org/officeDocument/2006/relationships/image" Target="/ppt/media/image6.png" Id="R084ab97fceb04a1e" /><Relationship Type="http://schemas.openxmlformats.org/officeDocument/2006/relationships/notesSlide" Target="/ppt/notesSlides/notesSlide4.xml" Id="R28082af8db5946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e27f8fff1469e" /><Relationship Type="http://schemas.openxmlformats.org/officeDocument/2006/relationships/image" Target="/ppt/media/image7.png" Id="R3e9e22050a914d87" /><Relationship Type="http://schemas.openxmlformats.org/officeDocument/2006/relationships/notesSlide" Target="/ppt/notesSlides/notesSlide5.xml" Id="R9a48229b418e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8f6add2114df3" /><Relationship Type="http://schemas.openxmlformats.org/officeDocument/2006/relationships/notesSlide" Target="/ppt/notesSlides/notesSlide6.xml" Id="R9d71b4d41f0444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b386b1fc3478d" /><Relationship Type="http://schemas.openxmlformats.org/officeDocument/2006/relationships/notesSlide" Target="/ppt/notesSlides/notesSlide7.xml" Id="R8dc06010583f4d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2e6106bc4495f" /><Relationship Type="http://schemas.openxmlformats.org/officeDocument/2006/relationships/image" Target="/ppt/media/image8.png" Id="Re8b3326ed5ce47ff" /><Relationship Type="http://schemas.openxmlformats.org/officeDocument/2006/relationships/notesSlide" Target="/ppt/notesSlides/notesSlide8.xml" Id="Rbf66e04eb22740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495c78b0349cd"/>
          <a:stretch xmlns:a="http://schemas.openxmlformats.org/drawingml/2006/main"/>
        </p:blipFill>
        <p:spPr>
          <a:xfrm xmlns:a="http://schemas.openxmlformats.org/drawingml/2006/main">
            <a:off x="685800" y="514350"/>
            <a:ext cx="493776" cy="49377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D9661-2C38-4D5D-87B8-D080F45E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545211"/>
            <a:ext cx="1851660" cy="2468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239"/>
          </a:bodyPr>
          <a:lstStyle xmlns:a="http://schemas.openxmlformats.org/drawingml/2006/main"/>
          <a:p xmlns:a="http://schemas.openxmlformats.org/drawingml/2006/main">
            <a:pPr>
              <a:defRPr sz="1782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82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03038-43C4-4F4F-A654-C73C8FDD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802386"/>
            <a:ext cx="185166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25"/>
          </a:bodyPr>
          <a:lstStyle xmlns:a="http://schemas.openxmlformats.org/drawingml/2006/main"/>
          <a:p xmlns:a="http://schemas.openxmlformats.org/drawingml/2006/main">
            <a:pPr>
              <a:defRPr sz="1053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1053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72D52-ABD0-43FF-8C9D-9DCED0E1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876" y="1008126"/>
            <a:ext cx="2674620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75"/>
          </a:bodyPr>
          <a:lstStyle xmlns:a="http://schemas.openxmlformats.org/drawingml/2006/main"/>
          <a:p xmlns:a="http://schemas.openxmlformats.org/drawingml/2006/main">
            <a:pPr>
              <a:defRPr sz="891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91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Catálogo e pedidos para comércio 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09167-3E0E-419D-9043-CF8E360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Catálogo que vira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A10D4-4674-42F1-A42D-BD3F07D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O cliente escolhe no link da loja. A empresa recebe pelo WhatsApp ou controla tudo em comanda interna.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DBD3A8-EA36-4810-BB43-231E2BCC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E5A10-AD10-445C-877E-3D9FBFEC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Pronto para restaurantes, farmácias, materiais de construção e lojas.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1c4027a33474f"/>
          <a:srcRect xmlns:a="http://schemas.openxmlformats.org/drawingml/2006/main" l="0" t="26" r="0" b="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476250"/>
            <a:ext cx="2571750" cy="55626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9A15B-533F-498F-BF72-5B7D3215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"/>
            <a:ext cx="2914650" cy="5867400"/>
          </a:xfrm>
          <a:prstGeom xmlns:a="http://schemas.openxmlformats.org/drawingml/2006/main" prst="roundRect">
            <a:avLst>
              <a:gd name="adj" fmla="val 261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</a:ln>
        </p:spPr>
      </p:sp>
    </p:spTree>
    <p:extLst>
      <p:ext uri="{BB962C8B-B14F-4D97-AF65-F5344CB8AC3E}">
        <p14:creationId xmlns:p14="http://schemas.microsoft.com/office/powerpoint/2010/main" val="6288407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76FC3-8215-47B5-8DDC-41B99E1B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3D139-FE55-476D-9F8E-A23DFE27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Venda começa no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2755F-068D-481D-9E08-347234DD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LIIST Commerce organiza o passo seguinte: catálogo, carrinho, adicionais e comanda pronta.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B552B-CBAE-4967-935F-ED3FFC65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23DA77-4C58-4222-A59E-037C93E3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Link da loja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54B7A-A8F5-45BD-925D-2A92BD49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empresa envia um link direto para o cliente escolher os produtos sem conversa picada.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97DE6-75EE-44A5-816F-38193271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C01E7-4DD3-4EFF-8AD3-4B85A1E8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Carrinho claro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B4693-AFA8-4762-B538-6D069AE7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pedido reúne itens, quantidades, adicionais, entrega e observações antes do envio.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B85F9-CF09-4747-9A99-DE5AC18B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622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52"/>
          </a:solidFill>
          <a:ln xmlns:a="http://schemas.openxmlformats.org/drawingml/2006/main" w="0">
            <a:solidFill>
              <a:srgbClr val="176B5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9713F-AFDB-4324-9A27-7F70368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interna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5C2EA3-7EEB-45AF-A983-5B73DA6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04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mesma estrutura atende mesa, cozinha, caixa e impressão quando a filial precisa controlar comandas.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7312F-816F-4111-AE4A-FDB5DA4A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3E41FB-F327-4718-B7D5-1BB75E8E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00CEC-E839-48B8-ADBB-2AA23089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3013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35680-90DA-4637-94D7-9A6978C8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Vitrine pública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5409E-7746-4B5F-9C4B-FAEAE1C9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Lojas disponíveis em uma página única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94957-FAD1-439C-B4F4-2920759E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página inicial ajuda clientes a encontrar comércios próximos e abrir o catálogo da filial correta.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e0b75784e42d8"/>
          <a:srcRect xmlns:a="http://schemas.openxmlformats.org/drawingml/2006/main" l="0" t="17367" r="0" b="17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205E8-C516-4325-99C1-AC05071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7677150" cy="3409950"/>
          </a:xfrm>
          <a:prstGeom xmlns:a="http://schemas.openxmlformats.org/drawingml/2006/main" prst="roundRect">
            <a:avLst>
              <a:gd name="adj" fmla="val 223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381f876704c99"/>
          <a:stretch xmlns:a="http://schemas.openxmlformats.org/drawingml/2006/main"/>
        </p:blipFill>
        <p:spPr>
          <a:xfrm xmlns:a="http://schemas.openxmlformats.org/drawingml/2006/main">
            <a:off x="8877300" y="2571750"/>
            <a:ext cx="374904" cy="37490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E21D1-70CC-4AAC-826A-F89D5A4C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595182"/>
            <a:ext cx="1405890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6563"/>
          </a:bodyPr>
          <a:lstStyle xmlns:a="http://schemas.openxmlformats.org/drawingml/2006/main"/>
          <a:p xmlns:a="http://schemas.openxmlformats.org/drawingml/2006/main">
            <a:pPr>
              <a:defRPr sz="1353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353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54262-79C5-4501-985B-CF55281F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504" y="2790444"/>
            <a:ext cx="140589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125"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176B52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DD126-A971-4A5F-B046-EBB12E80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marca LIIST aparece como plataforma. Cada loja continua com nome, foto, capa e cor tema próprios.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47680-A9FB-4F43-BDCD-8FE0C250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8155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link direto da loja abre somente o catálogo daquele comércio.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8B79B-B128-46AA-826A-C6425904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E296D-6724-470D-AA93-BDAE0711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61AA98-2302-42C7-BFFC-E9A8D071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70228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A1966-4A3D-4BA1-899D-D817B93A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Página da loja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4E648-8957-4C2B-BA7A-49CD6232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Identidade própria para cada comércio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A62E7-A3EF-439C-A846-AFE189CA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define capa, foto de perfil, cor tema, layout de produto e link de localização.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27a7629074412"/>
          <a:srcRect xmlns:a="http://schemas.openxmlformats.org/drawingml/2006/main" l="0" t="11837" r="0" b="118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B63C9-7424-4B10-8F4C-B1539B32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858000" cy="3562350"/>
          </a:xfrm>
          <a:prstGeom xmlns:a="http://schemas.openxmlformats.org/drawingml/2006/main" prst="roundRect">
            <a:avLst>
              <a:gd name="adj" fmla="val 213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ab97fceb04a1e"/>
          <a:srcRect xmlns:a="http://schemas.openxmlformats.org/drawingml/2006/main" l="132" t="0" r="1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A4184-A65D-48DA-8DBF-69EAF716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2019300" cy="4381500"/>
          </a:xfrm>
          <a:prstGeom xmlns:a="http://schemas.openxmlformats.org/drawingml/2006/main" prst="roundRect">
            <a:avLst>
              <a:gd name="adj" fmla="val 377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3839F-B3ED-4790-AD7E-0786C77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924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75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carrinho fica familiar para quem já compra por delivery, mas a loja não perde a própria marca.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F8D0F-5D86-4DF1-AB0C-99D77D59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061C0-E21C-4232-B26E-997D2EF5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2326C-C930-4C21-A0E1-B9CF4C0BA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27790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A7D6B-AF10-426A-8ABA-02F1FDA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Acessos separados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16B2F-8088-400A-A5B1-E6A32FD4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Cada perfil entra pelo lugar certo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61E39-1B98-409F-8702-CD18EE1E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Administrador, proprietário, gerente de filial e operação não dividem a mesma tela de trabalho.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e22050a914d87"/>
          <a:srcRect xmlns:a="http://schemas.openxmlformats.org/drawingml/2006/main" l="0" t="10440" r="0" b="10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6EDDD-3445-4155-9C47-816BB7C3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191250" cy="3333750"/>
          </a:xfrm>
          <a:prstGeom xmlns:a="http://schemas.openxmlformats.org/drawingml/2006/main" prst="roundRect">
            <a:avLst>
              <a:gd name="adj" fmla="val 22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CCEC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0ED3D-2F1D-463D-A209-474202D5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2D6E3-3F35-4EE9-9BE8-C811A55E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Permissões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D5182-25BA-46E1-8753-4D80AA8A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9B294-14D3-463B-8BE5-9B4A2C2C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Admin cria empresas e acessos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BEAA8-CB71-4030-BCD3-3373C4B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3C5279-B9C1-49D3-BE40-FBAEEA99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Proprietário gerencia a empresa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1F8FD-DE63-4722-85E6-8D36CBC0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95305-0598-4F26-BEF0-E24A82A9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Gerente cuida da filial permitida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82C9F-3321-47B5-B136-C9C37740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14C45-A597-4673-A4FE-71B8B1F4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Operação atende, cozinha e caixa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C8BC13-F124-4CD2-BAD9-7FD12047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953375-8680-472C-B36F-A13BCADA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E114B-0A26-434B-8255-6E32D545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78956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65406-220A-4B13-B95F-CA49E6A2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Comanda interna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F6CA1-83A9-44B8-BE9E-5799160E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1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na mesa sem depender do WhatsApp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83752-90E8-4647-A1E8-A5C815B7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A filial escolhe o modo de operação por parâmetro e usa links próprios para mesa ou equipe.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56A88-DB38-4C59-9F6E-72061D47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2CA82-48F3-4843-9C8C-B9724D5A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Atendimento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79E6D-0CDB-474E-80E7-F29CB5B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87071-813B-4E2F-90CC-A22D2C84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Mesa aberta ou link da equipe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A2B6D-DED7-430D-B5A3-6CB5D56D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41BBA-3A60-467C-B433-91113BCF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Adicionar itens à comanda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34835-FB84-4606-86F6-892DE54D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B1A47-0280-421A-AB94-9242127A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Solicitar fechamento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1E006-486B-419C-BA59-13919CB2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31EB0-DCF4-4EE8-B25D-D073BC61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AD3DB-A9D5-4BBD-A23D-241A77FF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35623-1175-4B73-BD5E-6A89E0C8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entra na fila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9CF43-B877-41A4-B91E-E5AD3817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49CBF7-2782-4E26-9DC3-00516C9B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Marcar pedido pronto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D992D-6D97-4064-AFE0-7C9BFE02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F7240-E8D0-4E0E-9A10-1EFD44FE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Aviso para o atendimento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B02B68-00E3-4F88-AC1D-6D6BED88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3286125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E09999-EAF8-4B6A-B62B-FF2A0A53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8289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Caixa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A2456-FA23-4347-90A4-D6EEBA7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8B8E1-8E67-4EEA-80F1-C71C6CB8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Conferir consumo da mesa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3063B7-FD9B-4521-9167-967B6659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850101-80F7-4E0A-8721-6709DC4E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Confirmar pagamento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7D2B8-A68F-4AB0-978E-6FB97CC8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282892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04177-1731-4D6B-A253-F789BC7E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43400"/>
            <a:ext cx="2486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Liberar mesa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17902E-A8D3-4D7C-8908-2D23E67B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96C5D-4574-40F3-AB69-080F3B84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BC36C-1059-437D-96AB-5912394B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8607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C29A2-2864-4AF7-BF97-F9F0E6ED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Impressão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B5FBD-9CF8-4EE0-AE90-8EA4B0D3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23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Agente instalado por filial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BF785-6F0B-4DF8-BD7E-8BF80759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O instalador configura a impressora no computador da loja e mantém o agente iniciando com o Windows.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3F10D-F501-4B46-A943-51479E98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6F55A-54C9-47A6-91B6-0CC5FEA6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painel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7FA84-6998-49E3-ABAC-6A8E7FCC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BFA5B-4C4F-4EF7-9DA8-3E17BE52B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Parâmetro por filial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60D9B1-8137-40D9-997B-4D5BED68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288EC-FBF1-4E33-BE3A-B5F1019A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Manual, automática ou ambas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270C0-6D03-4A73-A36B-0EA605CC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95311C-D711-4447-B222-09B4E343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Download do instalador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BC005-BDEC-49D2-BEF1-2CB2918D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3714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DDEB92-6A5D-40CD-9F4F-B0D1A805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3257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No computador da loja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CAB2A6-C005-4EC4-BF75-1A005ED2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242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A2829-9CAC-4C0E-9B26-7267AA2A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Selecionar impressora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8A0B6-49B1-47F7-8585-5DBE36FD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7665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9D3A1-D441-4BA3-A186-CE84A419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909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Salvar configuração local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DCE9C-EC41-467C-8BA0-5DEB44F2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32575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6F32C-4B9A-4970-8360-CFC86496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434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Rodar no login do Windows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C3B0F-2240-491B-8DB2-5A3E3A00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24150"/>
            <a:ext cx="219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A loja pode imprimir uma comanda automaticamente e reimprimir pelo painel quando precisar.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D98AB5-0C66-4AF2-8B8B-9390C75C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DF"/>
          </a:solidFill>
          <a:ln xmlns:a="http://schemas.openxmlformats.org/drawingml/2006/main" w="0">
            <a:solidFill>
              <a:srgbClr val="E5E5D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02F24-A22C-4F75-A2CC-0F3A07F2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13EA65-CD4A-4B6F-94A9-AD038960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6B6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6B6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39768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3326ed5ce47ff"/>
          <a:stretch xmlns:a="http://schemas.openxmlformats.org/drawingml/2006/main"/>
        </p:blipFill>
        <p:spPr>
          <a:xfrm xmlns:a="http://schemas.openxmlformats.org/drawingml/2006/main">
            <a:off x="704850" y="6286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69822-C335-4C60-9FC4-8D268EF9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722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54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9E813-7BBA-4F6F-A800-9789AB89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89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BFD4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D4CC"/>
                </a:solidFill>
                <a:latin typeface="Aptos"/>
                <a:ea typeface="Aptos"/>
                <a:cs typeface="Aptos"/>
              </a:rPr>
              <a:t>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37B8B-AD25-4E7A-BED7-A2867C8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85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3A79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3A79F"/>
                </a:solidFill>
                <a:latin typeface="Aptos"/>
                <a:ea typeface="Aptos"/>
                <a:cs typeface="Aptos"/>
              </a:rPr>
              <a:t>Piloto comercial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489CE-C057-407E-AAAB-FFA1C0CB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647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Começar com uma filial piloto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46272-5405-47B6-8E0A-CBE1BD2C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BE8E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BE8E2"/>
                </a:solidFill>
                <a:latin typeface="Aptos"/>
                <a:ea typeface="Aptos"/>
                <a:cs typeface="Aptos"/>
              </a:rPr>
              <a:t>Cadastro da empresa, catálogo inicial, link de venda e teste de comanda interna em ambiente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E843B-294C-48AE-8773-2404C224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LIIST Commerce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B73C9-C51A-41B3-9FB8-A707C87A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7C9C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7C9C2"/>
                </a:solidFill>
                <a:latin typeface="Aptos"/>
                <a:ea typeface="Aptos"/>
                <a:cs typeface="Aptos"/>
              </a:rPr>
              <a:t>Catálogo, carrinho e comanda para comércio local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7C669-F3AE-45B5-804A-8178D9F8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352550"/>
            <a:ext cx="3143250" cy="33337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BD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D148E-862F-4776-964D-0AA00A9C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513"/>
                </a:solidFill>
                <a:latin typeface="Aptos"/>
                <a:ea typeface="Aptos"/>
                <a:cs typeface="Aptos"/>
              </a:rPr>
              <a:t>Piloto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F7208-FC65-44EB-AB0E-270F6E09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F2EC"/>
          </a:solidFill>
          <a:ln xmlns:a="http://schemas.openxmlformats.org/drawingml/2006/main" w="9525">
            <a:solidFill>
              <a:srgbClr val="BFDCC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AEC2A-DA19-4475-939D-786CA114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098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5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52"/>
                </a:solidFill>
                <a:latin typeface="Aptos"/>
                <a:ea typeface="Aptos"/>
                <a:cs typeface="Aptos"/>
              </a:rPr>
              <a:t>1 filial configurada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658A3-C1D4-4FE2-8349-1B51B360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1D8EC-9578-45EB-A8E4-8397EA5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Produtos importados por planilha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3A7C6-9C5A-4EC1-B099-FE68BDF8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0040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07449-130D-456B-85B9-82333ED1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1470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Pedido pelo WhatsApp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E1306-8AA6-446E-B3F0-B29DD874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52850"/>
            <a:ext cx="26860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ECED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37B0C-47BF-4B82-820D-553E31E3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234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51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513"/>
                </a:solidFill>
                <a:latin typeface="Aptos"/>
                <a:ea typeface="Aptos"/>
                <a:cs typeface="Aptos"/>
              </a:rPr>
              <a:t>Comanda interna e impressão</a:t>
            </a:r>
          </a:p>
        </p:txBody>
      </p:sp>
    </p:spTree>
    <p:extLst>
      <p:ext uri="{BB962C8B-B14F-4D97-AF65-F5344CB8AC3E}">
        <p14:creationId xmlns:p14="http://schemas.microsoft.com/office/powerpoint/2010/main" val="536952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2026-09-10T00:48:15.5970000Z</dcterms:created>
  <dcterms:modified xsi:type="dcterms:W3CDTF">2026-09-10T00:48:15.5970000Z</dcterms:modified>
</coreProperties>
</file>