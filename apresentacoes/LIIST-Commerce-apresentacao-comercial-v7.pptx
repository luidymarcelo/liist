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951faa266495e" /><Relationship Type="http://schemas.openxmlformats.org/officeDocument/2006/relationships/extended-properties" Target="/docProps/app.xml" Id="R7731140912a2405e" /><Relationship Type="http://schemas.openxmlformats.org/officeDocument/2006/relationships/officeDocument" Target="/ppt/presentation.xml" Id="R215b7b265b2d46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65593a81e4179"/>
  </p:sldMasterIdLst>
  <p:notesMasterIdLst>
    <p:notesMasterId xmlns:r="http://schemas.openxmlformats.org/officeDocument/2006/relationships" r:id="R10ad08d6c7bd4f2e"/>
  </p:notesMasterIdLst>
  <p:sldIdLst>
    <p:sldId xmlns:r="http://schemas.openxmlformats.org/officeDocument/2006/relationships" id="256" r:id="R6e1f5fe4193b483c"/>
    <p:sldId xmlns:r="http://schemas.openxmlformats.org/officeDocument/2006/relationships" id="257" r:id="Ra8db5b661c084ab6"/>
    <p:sldId xmlns:r="http://schemas.openxmlformats.org/officeDocument/2006/relationships" id="258" r:id="R68a65e01f3fc4644"/>
    <p:sldId xmlns:r="http://schemas.openxmlformats.org/officeDocument/2006/relationships" id="259" r:id="Re1bc7c23677a4ec9"/>
    <p:sldId xmlns:r="http://schemas.openxmlformats.org/officeDocument/2006/relationships" id="260" r:id="R33b822c4aba44f1c"/>
    <p:sldId xmlns:r="http://schemas.openxmlformats.org/officeDocument/2006/relationships" id="261" r:id="R44e49a87c9ea4137"/>
    <p:sldId xmlns:r="http://schemas.openxmlformats.org/officeDocument/2006/relationships" id="262" r:id="Rc0e31ce39ab945ce"/>
    <p:sldId xmlns:r="http://schemas.openxmlformats.org/officeDocument/2006/relationships" id="263" r:id="Ref17b6a8bba24d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1605b34d964113" /><Relationship Type="http://schemas.openxmlformats.org/officeDocument/2006/relationships/slideMaster" Target="/ppt/slideMasters/slideMaster1.xml" Id="Rf1a65593a81e4179" /><Relationship Type="http://schemas.openxmlformats.org/officeDocument/2006/relationships/notesMaster" Target="/ppt/notesMasters/notesMaster1.xml" Id="R10ad08d6c7bd4f2e" /><Relationship Type="http://schemas.openxmlformats.org/officeDocument/2006/relationships/presProps" Target="/ppt/presProps.xml" Id="Rfd62f716b85143a2" /><Relationship Type="http://schemas.openxmlformats.org/officeDocument/2006/relationships/tableStyles" Target="/ppt/tableStyles.xml" Id="R4b837ee98a064a5d" /><Relationship Type="http://schemas.openxmlformats.org/officeDocument/2006/relationships/slide" Target="/ppt/slides/slide1.xml" Id="R6e1f5fe4193b483c" /><Relationship Type="http://schemas.openxmlformats.org/officeDocument/2006/relationships/slide" Target="/ppt/slides/slide2.xml" Id="Ra8db5b661c084ab6" /><Relationship Type="http://schemas.openxmlformats.org/officeDocument/2006/relationships/slide" Target="/ppt/slides/slide3.xml" Id="R68a65e01f3fc4644" /><Relationship Type="http://schemas.openxmlformats.org/officeDocument/2006/relationships/slide" Target="/ppt/slides/slide4.xml" Id="Re1bc7c23677a4ec9" /><Relationship Type="http://schemas.openxmlformats.org/officeDocument/2006/relationships/slide" Target="/ppt/slides/slide5.xml" Id="R33b822c4aba44f1c" /><Relationship Type="http://schemas.openxmlformats.org/officeDocument/2006/relationships/slide" Target="/ppt/slides/slide6.xml" Id="R44e49a87c9ea4137" /><Relationship Type="http://schemas.openxmlformats.org/officeDocument/2006/relationships/slide" Target="/ppt/slides/slide7.xml" Id="Rc0e31ce39ab945ce" /><Relationship Type="http://schemas.openxmlformats.org/officeDocument/2006/relationships/slide" Target="/ppt/slides/slide8.xml" Id="Ref17b6a8bba24d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67aaae62a45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2fe18812214088" /><Relationship Type="http://schemas.openxmlformats.org/officeDocument/2006/relationships/notesMaster" Target="/ppt/notesMasters/notesMaster1.xml" Id="R999364052f9e44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34527fa23044cd" /><Relationship Type="http://schemas.openxmlformats.org/officeDocument/2006/relationships/notesMaster" Target="/ppt/notesMasters/notesMaster1.xml" Id="Rf221ae9cd5b14b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0a6c6cbad54d72" /><Relationship Type="http://schemas.openxmlformats.org/officeDocument/2006/relationships/notesMaster" Target="/ppt/notesMasters/notesMaster1.xml" Id="R203817bcb43140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da4a2e89f24560" /><Relationship Type="http://schemas.openxmlformats.org/officeDocument/2006/relationships/notesMaster" Target="/ppt/notesMasters/notesMaster1.xml" Id="Ra257610ec0e0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b85d23789c4947" /><Relationship Type="http://schemas.openxmlformats.org/officeDocument/2006/relationships/notesMaster" Target="/ppt/notesMasters/notesMaster1.xml" Id="Rde148916431849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e67a7dd5ab4247" /><Relationship Type="http://schemas.openxmlformats.org/officeDocument/2006/relationships/notesMaster" Target="/ppt/notesMasters/notesMaster1.xml" Id="Rafeea223586447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386226161440bf" /><Relationship Type="http://schemas.openxmlformats.org/officeDocument/2006/relationships/notesMaster" Target="/ppt/notesMasters/notesMaster1.xml" Id="Rd6cbb9fbacfb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cdd1237b78484c" /><Relationship Type="http://schemas.openxmlformats.org/officeDocument/2006/relationships/notesMaster" Target="/ppt/notesMasters/notesMaster1.xml" Id="R72d37fa18489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39e78c4d34d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c109c6d3e445d7" /><Relationship Type="http://schemas.openxmlformats.org/officeDocument/2006/relationships/slideLayout" Target="/ppt/slideLayouts/slideLayout1.xml" Id="R14d439aa2dc9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d439aa2dc9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0562b18a44a91" /><Relationship Type="http://schemas.openxmlformats.org/officeDocument/2006/relationships/image" Target="/ppt/media/image.png" Id="Rf9c68c3da3f84c99" /><Relationship Type="http://schemas.openxmlformats.org/officeDocument/2006/relationships/image" Target="/ppt/media/image2.png" Id="Rf7d4051382eb449f" /><Relationship Type="http://schemas.openxmlformats.org/officeDocument/2006/relationships/notesSlide" Target="/ppt/notesSlides/notesSlide1.xml" Id="R3e4be18a48f6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fb15c9ec84eb5" /><Relationship Type="http://schemas.openxmlformats.org/officeDocument/2006/relationships/notesSlide" Target="/ppt/notesSlides/notesSlide2.xml" Id="R2ebcc2321e0843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1656dbdfc418b" /><Relationship Type="http://schemas.openxmlformats.org/officeDocument/2006/relationships/image" Target="/ppt/media/image3.png" Id="R1ff9ed4dc5224dc1" /><Relationship Type="http://schemas.openxmlformats.org/officeDocument/2006/relationships/image" Target="/ppt/media/image4.png" Id="R32cff21d24614696" /><Relationship Type="http://schemas.openxmlformats.org/officeDocument/2006/relationships/notesSlide" Target="/ppt/notesSlides/notesSlide3.xml" Id="R0d31459d032e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97f2b05f54f51" /><Relationship Type="http://schemas.openxmlformats.org/officeDocument/2006/relationships/image" Target="/ppt/media/image5.png" Id="Rc413d6e9e8984ed2" /><Relationship Type="http://schemas.openxmlformats.org/officeDocument/2006/relationships/image" Target="/ppt/media/image6.png" Id="Raaef6c6362444427" /><Relationship Type="http://schemas.openxmlformats.org/officeDocument/2006/relationships/notesSlide" Target="/ppt/notesSlides/notesSlide4.xml" Id="R5121b5496a904a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0ff7a12244afd" /><Relationship Type="http://schemas.openxmlformats.org/officeDocument/2006/relationships/image" Target="/ppt/media/image7.png" Id="R55b1004541af430f" /><Relationship Type="http://schemas.openxmlformats.org/officeDocument/2006/relationships/notesSlide" Target="/ppt/notesSlides/notesSlide5.xml" Id="R101aaafa2b7c40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d8aa4531e47e1" /><Relationship Type="http://schemas.openxmlformats.org/officeDocument/2006/relationships/notesSlide" Target="/ppt/notesSlides/notesSlide6.xml" Id="R171b4098466a4c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d7874e6ea4c7e" /><Relationship Type="http://schemas.openxmlformats.org/officeDocument/2006/relationships/notesSlide" Target="/ppt/notesSlides/notesSlide7.xml" Id="R378e3ee54dc544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49b78109f4085" /><Relationship Type="http://schemas.openxmlformats.org/officeDocument/2006/relationships/image" Target="/ppt/media/image8.png" Id="R5fb3350127124325" /><Relationship Type="http://schemas.openxmlformats.org/officeDocument/2006/relationships/notesSlide" Target="/ppt/notesSlides/notesSlide8.xml" Id="Ree4bc6c59d9e49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8c3da3f84c99"/>
          <a:stretch xmlns:a="http://schemas.openxmlformats.org/drawingml/2006/main"/>
        </p:blipFill>
        <p:spPr>
          <a:xfrm xmlns:a="http://schemas.openxmlformats.org/drawingml/2006/main">
            <a:off x="685800" y="514350"/>
            <a:ext cx="493776" cy="49377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29EB2-2A72-46F8-9B15-20AEA64B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545211"/>
            <a:ext cx="185166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239"/>
          </a:bodyPr>
          <a:lstStyle xmlns:a="http://schemas.openxmlformats.org/drawingml/2006/main"/>
          <a:p xmlns:a="http://schemas.openxmlformats.org/drawingml/2006/main">
            <a:pPr>
              <a:defRPr sz="1782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82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95034-04A8-4B63-8B61-4B40FFF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802386"/>
            <a:ext cx="18516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25"/>
          </a:bodyPr>
          <a:lstStyle xmlns:a="http://schemas.openxmlformats.org/drawingml/2006/main"/>
          <a:p xmlns:a="http://schemas.openxmlformats.org/drawingml/2006/main">
            <a:pPr>
              <a:defRPr sz="1053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1053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EC05E-DA7F-42CE-8EB5-C7217D3F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1008126"/>
            <a:ext cx="267462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75"/>
          </a:bodyPr>
          <a:lstStyle xmlns:a="http://schemas.openxmlformats.org/drawingml/2006/main"/>
          <a:p xmlns:a="http://schemas.openxmlformats.org/drawingml/2006/main">
            <a:pPr>
              <a:defRPr sz="891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91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Catálogo e pedidos para comércio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50C15-BCCB-4C83-964F-6546D128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Catálogo que vira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440C5-645A-4034-8F18-14EEF66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O cliente escolhe no link da loja. A empresa recebe pelo WhatsApp ou controla tudo em comanda interna.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DAEBF-70F0-41DA-AFCD-757B5983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40F00-48CB-479C-BBE0-5EDCC32E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Pronto para restaurantes, farmácias, materiais de construção e lojas.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4051382eb449f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762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3586A-1476-46B8-9235-B72C1EF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"/>
            <a:ext cx="2914650" cy="5867400"/>
          </a:xfrm>
          <a:prstGeom xmlns:a="http://schemas.openxmlformats.org/drawingml/2006/main" prst="roundRect">
            <a:avLst>
              <a:gd name="adj" fmla="val 261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898449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164F5-8B1D-46F2-81BA-C2F004D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9B70C-AF4C-430A-88D6-DA1632B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Venda começa no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11A63-DBDC-453A-A474-AD048865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LIIST Commerce organiza o passo seguinte: catálogo, carrinho, adicionais e comanda pronta.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B9B30-4986-41E5-81C2-8D517639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F8A"/>
          </a:solidFill>
          <a:ln xmlns:a="http://schemas.openxmlformats.org/drawingml/2006/main" w="0">
            <a:solidFill>
              <a:srgbClr val="E84F8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5F625-86A3-4192-BA4A-333D11D5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Link da loja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CD87F-7D98-4254-A4E5-9F3BFD26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empresa envia um link direto para o cliente escolher os produtos sem conversa picada.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0763A-757B-4D10-B8BD-EA8C42D7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F8A"/>
          </a:solidFill>
          <a:ln xmlns:a="http://schemas.openxmlformats.org/drawingml/2006/main" w="0">
            <a:solidFill>
              <a:srgbClr val="E84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AE834-22D3-45B9-8C35-6BFD4E08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Carrinho claro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01A0C-442F-40F3-BD66-034A4B8D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pedido reúne itens, quantidades, adicionais, entrega e observações antes do envio.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89424-9BDF-4345-86DF-7011AAEA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F8A"/>
          </a:solidFill>
          <a:ln xmlns:a="http://schemas.openxmlformats.org/drawingml/2006/main" w="0">
            <a:solidFill>
              <a:srgbClr val="E84F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F807F-C808-4F18-A0EA-D1811BB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interna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D02BC-8742-47E3-87B0-DE095DB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mesma estrutura atende mesa, cozinha, caixa e impressão quando a filial precisa controlar comandas.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3CC4E-2990-48C1-B278-5E778D0B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1F32C-8736-4DC8-9381-3ECCD60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A44B4-4149-4F38-9FBE-4F5C94C8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5744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94BEF-4537-4B8D-909C-7DC9589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Vitrine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A420C-52FC-43A3-91AC-F476BD59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Lojas disponíveis em uma página única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B7B40-12AD-4195-AA57-22ACF4A5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página inicial ajuda clientes a encontrar comércios próximos e abrir o catálogo da filial correta.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9ed4dc5224dc1"/>
          <a:srcRect xmlns:a="http://schemas.openxmlformats.org/drawingml/2006/main" l="0" t="17367" r="0" b="17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A6A54-3599-4B2B-A425-E6DB86E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ff21d24614696"/>
          <a:stretch xmlns:a="http://schemas.openxmlformats.org/drawingml/2006/main"/>
        </p:blipFill>
        <p:spPr>
          <a:xfrm xmlns:a="http://schemas.openxmlformats.org/drawingml/2006/main">
            <a:off x="8877300" y="2571750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ACAAC-4246-4911-8DDB-831F1A63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595182"/>
            <a:ext cx="140589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563"/>
          </a:bodyPr>
          <a:lstStyle xmlns:a="http://schemas.openxmlformats.org/drawingml/2006/main"/>
          <a:p xmlns:a="http://schemas.openxmlformats.org/drawingml/2006/main">
            <a:pPr>
              <a:defRPr sz="1353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353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8115F-6BC8-4C8C-BB96-F5038EA9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790444"/>
            <a:ext cx="140589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25"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E84F8A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74E0F-9080-474A-8926-6A43CF1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marca LIIST aparece como plataforma. Cada loja continua com nome, foto, capa e cor tema próprios.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FD4D8-79FD-43AB-BA7D-5F6C2075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815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link direto da loja abre somente o catálogo daquele comércio.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07F3C-D34F-4A4C-BFF3-29AE6E86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57D49-B071-44BC-A0AA-44F94972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5B7CE-CC1F-42AD-9351-56B1354C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1612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8C29-B2D8-4EF6-94F3-DCFF5346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Página da loja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E5EF5-D691-4F2E-8A58-BDE134B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Identidade própria para cada comércio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5EF8E-0871-4542-97AB-F1CDC6D0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define capa, foto de perfil, cor tema, layout de produto e link de localização.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3d6e9e8984ed2"/>
          <a:srcRect xmlns:a="http://schemas.openxmlformats.org/drawingml/2006/main" l="0" t="11837" r="0" b="11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2D874-5934-4EE8-988A-09EC64C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f6c6362444427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BC914-97F1-481D-B5F3-764BCE8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DE029-8A25-4CB3-8655-3AF4FB7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carrinho fica familiar para quem já compra por delivery, mas a loja não perde a própria marca.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6C5AF-B598-4AFD-AEEA-A6A03D56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3B323-8040-4947-8A12-2A96BC0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FA007-856F-430D-B42B-7FFBF9DF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3925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C1A31-55BD-4F41-ABC2-36A3F5DB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Acessos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404C7-A1C0-4E2A-B57B-5F54BF3E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Cada perfil entra pelo lugar certo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5E3ED-B72A-4307-A236-6995163C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Administrador, proprietário, gerente de filial e operação não dividem a mesma tela de trabalho.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004541af430f"/>
          <a:srcRect xmlns:a="http://schemas.openxmlformats.org/drawingml/2006/main" l="0" t="10440" r="0" b="10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BDB88-AD61-46BB-B746-0724B68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436A4-EE0F-43EC-888D-57C482E5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0A9B8-8488-4019-8DFC-3C9C31F2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Permissões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F1F15-7024-49A8-BBD8-F9D124D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8F1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FAD26-2B83-46A1-8FAA-0E5C91A6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Admin cria empresas e acessos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350EF-AFA3-4C93-A3FC-F877362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FCC66-3B1E-4EBD-BFAA-0F49D185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Proprietário gerencia a empresa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8D9FC-6631-4537-8EA6-FAA2832C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542E7-C97C-4559-B11E-8B4B06AD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Gerente cuida da filial permitida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A419D-0855-43F6-8579-2EA95173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D7CFE-D7A8-46F3-AE34-A35AB081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atende, cozinha e caixa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DB00F-D098-4E5A-8DCB-A275F5B3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91331-02A4-479F-853C-8AA87CD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442EC-9711-42C3-8216-7F239A2F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5600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F1D7D-91E1-49E5-937E-A1B0CC6F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Comanda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4CE9D-252F-4E73-A07F-CE63C288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1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na mesa sem depender do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688BF-FC23-41AB-81BC-CD86A433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escolhe o modo de operação por parâmetro e usa links próprios para mesa ou equipe.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B1A05-EEAF-4FAD-B044-7ED24A04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6A59-9630-4A22-8176-CA03A7B8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Atendimento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847FA-E78A-4AA5-81B5-12769EAC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C48CE-E84C-4FDB-A45E-05A19054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Mesa aberta ou link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5BA4A-35D0-455C-912C-198E8D4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8F1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169DF-7D71-453F-BF25-FAD0F5FD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Adicionar itens à comanda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6E04E-2859-42BB-A73F-C7E2BBF0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DB5FE-B50A-4C31-A812-566D014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Solicitar fechamento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082E6-B50B-490C-A446-D5565F36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45ADF-00E7-4E7F-AB42-F7A06C18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008E2-8FD5-420E-8ABA-1656096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8A027-EC06-497C-B92E-D530A73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entra na fila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F5D8E-8D63-4458-A597-E002CF1D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8F1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B0078-AA0B-41A4-ACD7-185C5E42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Marcar pedido pronto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E9B79-3254-472B-9891-E9C0F25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9A901-186C-443A-A896-585CD97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Aviso para o atendimento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7F62D-88C6-4B43-9D92-9BCFA715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A47CB-49E3-4AFF-9527-0B003C3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Caixa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3DD23-58F4-447D-84DE-00BA6B1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EF892-F5F6-4FC7-882B-91B0791E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Conferir consumo da mesa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F659B-6B1E-4984-B83D-5562EB6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8F1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0CAA2-815C-4E59-A823-A9B2554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Confirmar pagamento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1A088-AE41-4AAF-884B-0201D75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B80589-8F70-4662-8EA2-7D9AC28E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Liberar mesa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74A5F-AAA3-421F-8EC3-9DFE76E9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BED0A-B321-440A-9FAE-16D5F914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E82872-F80F-428E-8BA7-4BD9F103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6050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D572D-9B38-4D56-9674-53A218F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Impressão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D224D-2231-4A36-9094-31CBA5B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Agente instalado por filial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38027-D405-4DD2-BF8F-645F70A2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instalador configura a impressora no computador da loja e mantém o agente iniciando com o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48A29-357B-446E-A48E-4F069884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FF4D2-8D6E-4424-AFCE-4EA8063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painel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01598-DEC8-431D-9620-4BEC0C3A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8F1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F60F9-CAC0-4235-9276-1A5471D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Parâmetro por filial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03FF3-1CF2-451F-84F9-25F0155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AE7C5-C322-4666-A4DD-F4C84CC6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Manual, automática ou ambas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AD8A2-3803-492A-8AC5-E05FDDA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3E6D8-06A1-4058-9E95-1600B032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Download do instalador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C35B3-206C-4755-9482-2037BC73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CE414-CD76-40CB-869A-D247C9CC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computador da loja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C47EC-33D5-487E-94A2-8FA91F4A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B0865-7D9E-4C08-B414-28DDA2A8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Selecionar impressora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A306C-1E2A-4A16-88CE-B2B0492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8F1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9788C-AC4E-447A-976F-E04A8CCA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Salvar configuração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CB8A3-A16C-4B82-90A9-98A7075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DEF8F-EBBC-4AF0-AC19-3C23ED58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Rodar no login do Windows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C75C7-C780-44F9-BFBF-5465CF0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19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loja pode imprimir uma comanda automaticamente e reimprimir pelo painel quando precisar.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6DE86-B821-4552-A9BB-BB72E0CB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AC9C4-6CF3-43C2-9BF3-F9CD2C4B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E740E-B26A-477B-9E2B-BFEBFD29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9691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3350127124325"/>
          <a:stretch xmlns:a="http://schemas.openxmlformats.org/drawingml/2006/main"/>
        </p:blipFill>
        <p:spPr>
          <a:xfrm xmlns:a="http://schemas.openxmlformats.org/drawingml/2006/main">
            <a:off x="704850" y="628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B91D7-0DE7-4156-8376-FA49392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7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54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BE334-55B9-4B3C-B8F2-1F6BB21C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89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1A8C3-E81F-4515-810F-D2723D9D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85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Piloto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18347-30E0-4A1B-A275-9D111B4B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Começar com uma filial piloto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584BE-093A-4416-AB1D-767AF72B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Cadastro da empresa, catálogo inicial, link de venda e teste de comanda interna em ambiente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6BDF4-C0B8-40DF-981C-A9B24CD1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F524F-E1AD-412F-B097-C9BFE0F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Catálogo, carrinho e comanda para comércio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38BDF-EA10-4E1B-8C29-412248D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52550"/>
            <a:ext cx="3143250" cy="3333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F082F-B3DE-4D7F-A888-47612C3E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Piloto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4AD8E-BCCC-4549-BAD9-83179F83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8F1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E0748-5663-49D0-9A07-2B53228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4F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F8A"/>
                </a:solidFill>
                <a:latin typeface="Aptos"/>
                <a:ea typeface="Aptos"/>
                <a:cs typeface="Aptos"/>
              </a:rPr>
              <a:t>1 filial configurada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9F4A1-D7C1-47ED-BB36-9527951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50ECF-5DEB-4105-81B8-DF836ACA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Produtos importados por planilha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9B2AB-861B-445F-A109-DFD3589E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EC1D-F41B-4DAA-9293-974E0D95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pelo WhatsApp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27405-918E-45BB-899C-05E00A46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B5519-0F89-4336-8FD3-953DDE33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interna e impressão</a:t>
            </a:r>
          </a:p>
        </p:txBody>
      </p:sp>
    </p:spTree>
    <p:extLst>
      <p:ext uri="{BB962C8B-B14F-4D97-AF65-F5344CB8AC3E}">
        <p14:creationId xmlns:p14="http://schemas.microsoft.com/office/powerpoint/2010/main" val="217562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2026-09-10T02:36:24.5630000Z</dcterms:created>
  <dcterms:modified xsi:type="dcterms:W3CDTF">2026-09-10T02:36:24.5630000Z</dcterms:modified>
</coreProperties>
</file>